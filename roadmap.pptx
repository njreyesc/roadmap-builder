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подключение агентов (финальный тест режима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оценки фаз в чд, капасити как пропускная способность спринта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835539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1739" y="685800"/>
            <a:ext cx="139256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114304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8356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342408" y="685800"/>
            <a:ext cx="139256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Ноябрь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734973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Декабрь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49025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Январь 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6200" y="941832"/>
            <a:ext cx="278513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471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22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173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25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7876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727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3579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430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92817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1330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84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835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05-11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686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12-18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8538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19-25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389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26-01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240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02-08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2092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09-15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9943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16-22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77947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23-29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6460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30-06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3497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348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9199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7051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4902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04-10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12753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11-17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0605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18-24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68456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25-31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88620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16471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44322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72173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00025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27876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5727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83579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11430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9281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67133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94984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22835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50686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8538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06389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34240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62092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89943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17794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45646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73497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01348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29199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051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84902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12753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40605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68456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96307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8600" y="116128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06200" y="1207008"/>
            <a:ext cx="107405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8600" y="147218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0252" y="1517904"/>
            <a:ext cx="79553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3 нед, 30 чд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28600" y="1783080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855791" y="1828800"/>
            <a:ext cx="163107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40 чд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8600" y="2093976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691330" y="2139696"/>
            <a:ext cx="51702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48356" y="2093976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228600" y="2404872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248356" y="2450592"/>
            <a:ext cx="2385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526869" y="2404872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1 нед, 10 чд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8600" y="271576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526869" y="2761488"/>
            <a:ext cx="1074052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30 чд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28600" y="302666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48356" y="3072384"/>
            <a:ext cx="107405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28600" y="3337560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362408" y="3383280"/>
            <a:ext cx="79553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3 нед, 30 чд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228600" y="3648456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197947" y="3694176"/>
            <a:ext cx="163107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40 чд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228600" y="3959352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033486" y="4005072"/>
            <a:ext cx="51702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90512" y="3959352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28600" y="427024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590512" y="4315968"/>
            <a:ext cx="2385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869025" y="4270248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1 нед, 10 чд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28600" y="458114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0869025" y="4626864"/>
            <a:ext cx="1074052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30 чд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хронологии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28600" y="2093976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ESG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28600" y="3026664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историчность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28600" y="3959352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АЕФ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4025456" y="1161288"/>
            <a:ext cx="0" cy="373075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886200" y="685800"/>
            <a:ext cx="0" cy="420624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11963077" y="685800"/>
            <a:ext cx="0" cy="420624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11396149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19" name="Diamond 118"/>
          <p:cNvSpPr/>
          <p:nvPr/>
        </p:nvSpPr>
        <p:spPr>
          <a:xfrm>
            <a:off x="228600" y="504291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7490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21" name="Diamond 120"/>
          <p:cNvSpPr/>
          <p:nvPr/>
        </p:nvSpPr>
        <p:spPr>
          <a:xfrm>
            <a:off x="1280160" y="504291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2646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331720" y="504291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57860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83864" y="504291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73075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636008" y="504291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882896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788152" y="504291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035040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940296" y="504291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18718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33" name="Pentagon 132"/>
          <p:cNvSpPr/>
          <p:nvPr/>
        </p:nvSpPr>
        <p:spPr>
          <a:xfrm>
            <a:off x="8092440" y="504291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33932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35" name="Pentagon 134"/>
          <p:cNvSpPr/>
          <p:nvPr/>
        </p:nvSpPr>
        <p:spPr>
          <a:xfrm>
            <a:off x="9244584" y="504291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49147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