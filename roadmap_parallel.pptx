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(вариант — фичи параллельно)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без ограничения капасити: у каждой фичи выделенные ресурсы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1275297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161497" y="685800"/>
            <a:ext cx="212549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286992" y="685800"/>
            <a:ext cx="170039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8987388" y="685800"/>
            <a:ext cx="1700396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87784" y="685800"/>
            <a:ext cx="1275297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886200" y="941832"/>
            <a:ext cx="425099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1299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36398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61497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86596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11695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6794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61893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86992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12091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7190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62289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87388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2487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37586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2685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87784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112883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537982" y="941832"/>
            <a:ext cx="425099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16-22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31129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3639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16149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659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1169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43679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6189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28699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1209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13719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56228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8738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41248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83758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26268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68778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111288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153798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96308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8600" y="1161288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906200" y="1207008"/>
            <a:ext cx="166039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28600" y="1472184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06596" y="1517904"/>
            <a:ext cx="2510594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28600" y="1783080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582289" y="1828800"/>
            <a:ext cx="336079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28600" y="2093976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906200" y="2139696"/>
            <a:ext cx="81019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28600" y="2404872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756398" y="2450592"/>
            <a:ext cx="81019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28600" y="2715768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606596" y="2761488"/>
            <a:ext cx="2510594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28600" y="3026664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906200" y="3072384"/>
            <a:ext cx="166039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28600" y="3337560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06596" y="3383280"/>
            <a:ext cx="2510594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28600" y="3648456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157190" y="3694176"/>
            <a:ext cx="336079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8 нед, 40 чд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28600" y="3959352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906200" y="4005072"/>
            <a:ext cx="810198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28600" y="4270248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56398" y="4315968"/>
            <a:ext cx="810198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28600" y="4581144"/>
            <a:ext cx="11734481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06596" y="4626864"/>
            <a:ext cx="2510594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30 чд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Фича 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Фича 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Фича 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Фича 4</a:t>
            </a:r>
          </a:p>
        </p:txBody>
      </p:sp>
      <p:sp>
        <p:nvSpPr>
          <p:cNvPr id="88" name="Diamond 87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9" name="Diamond 88"/>
          <p:cNvSpPr/>
          <p:nvPr/>
        </p:nvSpPr>
        <p:spPr>
          <a:xfrm>
            <a:off x="11889929" y="1865376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0" name="Diamond 89"/>
          <p:cNvSpPr/>
          <p:nvPr/>
        </p:nvSpPr>
        <p:spPr>
          <a:xfrm>
            <a:off x="381304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1" name="Diamond 90"/>
          <p:cNvSpPr/>
          <p:nvPr/>
        </p:nvSpPr>
        <p:spPr>
          <a:xfrm>
            <a:off x="8064038" y="279806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2" name="Diamond 91"/>
          <p:cNvSpPr/>
          <p:nvPr/>
        </p:nvSpPr>
        <p:spPr>
          <a:xfrm>
            <a:off x="3813048" y="310896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3" name="Diamond 92"/>
          <p:cNvSpPr/>
          <p:nvPr/>
        </p:nvSpPr>
        <p:spPr>
          <a:xfrm>
            <a:off x="11464830" y="373075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4" name="Diamond 93"/>
          <p:cNvSpPr/>
          <p:nvPr/>
        </p:nvSpPr>
        <p:spPr>
          <a:xfrm>
            <a:off x="3813048" y="404164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95" name="Diamond 94"/>
          <p:cNvSpPr/>
          <p:nvPr/>
        </p:nvSpPr>
        <p:spPr>
          <a:xfrm>
            <a:off x="8064038" y="466344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4098749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1963081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11396153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01" name="Diamond 100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03" name="Diamond 102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15" name="Pentagon 114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17" name="Pentagon 116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