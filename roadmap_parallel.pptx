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(вариант — фичи параллельно)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без ограничения капасити: у каждой фичи выделенные ресурсы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34614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2348" y="685800"/>
            <a:ext cx="2243580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75928" y="685800"/>
            <a:ext cx="1794864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270792" y="685800"/>
            <a:ext cx="1794864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1065656" y="685800"/>
            <a:ext cx="89743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941832"/>
            <a:ext cx="448716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91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63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234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8106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978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849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721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592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64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7336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207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079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1950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6822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1694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6565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1437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33491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78363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3234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68106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2978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57849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02721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47592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2464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7336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2207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7079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71950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16822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61694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06565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1437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96308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8600" y="116128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06200" y="1207008"/>
            <a:ext cx="1754864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28600" y="147218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01064" y="1517904"/>
            <a:ext cx="26522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28600" y="1783080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93360" y="1828800"/>
            <a:ext cx="354972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28600" y="2093976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06200" y="2139696"/>
            <a:ext cx="85743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28600" y="2404872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03632" y="2450592"/>
            <a:ext cx="857432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28600" y="271576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01064" y="2761488"/>
            <a:ext cx="2652296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" y="302666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06200" y="3072384"/>
            <a:ext cx="1754864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600" y="3337560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701064" y="3383280"/>
            <a:ext cx="26522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28600" y="3648456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93360" y="3694176"/>
            <a:ext cx="354972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3959352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906200" y="4005072"/>
            <a:ext cx="85743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28600" y="427024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03632" y="4315968"/>
            <a:ext cx="857432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8600" y="458114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01064" y="4626864"/>
            <a:ext cx="2652296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хронологии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ESG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историчность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АЕФ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110558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963088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11396160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91" name="Diamond 90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93" name="Diamond 92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05" name="Pentagon 104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07" name="Pentagon 106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