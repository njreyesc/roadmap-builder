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подключение агентов (вариант — фичи параллельно)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без ограничения капасити: у каждой фичи выделенные ресурсы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346148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232348" y="685800"/>
            <a:ext cx="2243580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475928" y="685800"/>
            <a:ext cx="1794864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270792" y="685800"/>
            <a:ext cx="1794864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Октябрь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1065656" y="685800"/>
            <a:ext cx="89743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Ноябрь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0" y="941832"/>
            <a:ext cx="448716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491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8363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2348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81064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9780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849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721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5928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4644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73360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207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079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05-11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19508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12-18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68224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19-25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16940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26-01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65656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02-08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514372" y="941832"/>
            <a:ext cx="448716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09-15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8620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33491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78363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3234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68106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2978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57849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02721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47592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92464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37336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2207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27079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71950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16822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61694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06565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51437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96308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8600" y="1161288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06200" y="1207008"/>
            <a:ext cx="1754864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28600" y="1472184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01064" y="1517904"/>
            <a:ext cx="265229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28600" y="1783080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93360" y="1828800"/>
            <a:ext cx="354972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8 нед, 40 чд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28600" y="2093976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06200" y="2139696"/>
            <a:ext cx="85743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228600" y="2404872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03632" y="2450592"/>
            <a:ext cx="857432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28600" y="2715768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701064" y="2761488"/>
            <a:ext cx="2652296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" y="3026664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906200" y="3072384"/>
            <a:ext cx="1754864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8600" y="3337560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701064" y="3383280"/>
            <a:ext cx="2652296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28600" y="3648456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393360" y="3694176"/>
            <a:ext cx="354972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8 нед, 40 чд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28600" y="3959352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906200" y="4005072"/>
            <a:ext cx="85743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28600" y="4270248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803632" y="4315968"/>
            <a:ext cx="857432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8600" y="4581144"/>
            <a:ext cx="1173448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701064" y="4626864"/>
            <a:ext cx="2652296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28600" y="1161288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хронологии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28600" y="2093976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ESG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8600" y="3026664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историчность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28600" y="3959352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АЕФ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3886200" y="1161288"/>
            <a:ext cx="0" cy="93268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Pentagon 86"/>
          <p:cNvSpPr/>
          <p:nvPr/>
        </p:nvSpPr>
        <p:spPr>
          <a:xfrm>
            <a:off x="3886200" y="1161288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1963088" y="1161288"/>
            <a:ext cx="0" cy="93268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Pentagon 88"/>
          <p:cNvSpPr/>
          <p:nvPr/>
        </p:nvSpPr>
        <p:spPr>
          <a:xfrm rot="10800000">
            <a:off x="11816784" y="1161288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3886200" y="2093976"/>
            <a:ext cx="0" cy="93268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Pentagon 90"/>
          <p:cNvSpPr/>
          <p:nvPr/>
        </p:nvSpPr>
        <p:spPr>
          <a:xfrm>
            <a:off x="3886200" y="2093976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8373360" y="2093976"/>
            <a:ext cx="0" cy="93268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Pentagon 92"/>
          <p:cNvSpPr/>
          <p:nvPr/>
        </p:nvSpPr>
        <p:spPr>
          <a:xfrm rot="10800000">
            <a:off x="8227056" y="2093976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3886200" y="3026664"/>
            <a:ext cx="0" cy="93268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Pentagon 94"/>
          <p:cNvSpPr/>
          <p:nvPr/>
        </p:nvSpPr>
        <p:spPr>
          <a:xfrm>
            <a:off x="3886200" y="3026664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11963088" y="3026664"/>
            <a:ext cx="0" cy="93268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Pentagon 96"/>
          <p:cNvSpPr/>
          <p:nvPr/>
        </p:nvSpPr>
        <p:spPr>
          <a:xfrm rot="10800000">
            <a:off x="11816784" y="3026664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3886200" y="3959352"/>
            <a:ext cx="0" cy="932688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Pentagon 98"/>
          <p:cNvSpPr/>
          <p:nvPr/>
        </p:nvSpPr>
        <p:spPr>
          <a:xfrm>
            <a:off x="3886200" y="3959352"/>
            <a:ext cx="146304" cy="137160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8373360" y="3959352"/>
            <a:ext cx="0" cy="932688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Pentagon 100"/>
          <p:cNvSpPr/>
          <p:nvPr/>
        </p:nvSpPr>
        <p:spPr>
          <a:xfrm rot="10800000">
            <a:off x="8227056" y="3959352"/>
            <a:ext cx="146304" cy="137160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4110558" y="1161288"/>
            <a:ext cx="0" cy="373075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886200" y="685800"/>
            <a:ext cx="0" cy="420624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ectangle 103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11963088" y="685800"/>
            <a:ext cx="0" cy="420624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/>
          <p:cNvSpPr/>
          <p:nvPr/>
        </p:nvSpPr>
        <p:spPr>
          <a:xfrm>
            <a:off x="11396160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07" name="Diamond 106"/>
          <p:cNvSpPr/>
          <p:nvPr/>
        </p:nvSpPr>
        <p:spPr>
          <a:xfrm>
            <a:off x="228600" y="5042916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7490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09" name="Diamond 108"/>
          <p:cNvSpPr/>
          <p:nvPr/>
        </p:nvSpPr>
        <p:spPr>
          <a:xfrm>
            <a:off x="1280160" y="5042916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42646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331720" y="5042916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57860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483864" y="5042916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73075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636008" y="5042916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882896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788152" y="5042916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035040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940296" y="5042916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18718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21" name="Pentagon 120"/>
          <p:cNvSpPr/>
          <p:nvPr/>
        </p:nvSpPr>
        <p:spPr>
          <a:xfrm>
            <a:off x="8092440" y="5042916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33932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23" name="Pentagon 122"/>
          <p:cNvSpPr/>
          <p:nvPr/>
        </p:nvSpPr>
        <p:spPr>
          <a:xfrm>
            <a:off x="9244584" y="5042916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49147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